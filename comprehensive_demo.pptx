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Library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Available Layouts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CenteredTitle - Cover slides</a:t>
            </a:r>
          </a:p>
          <a:p>
            <a:pPr lvl="0"/>
            <a:r>
              <a:rPr lang="en-US" sz="2800" b="0" i="0" dirty="0"/>
              <a:t>TitleOnly - Section headers</a:t>
            </a:r>
          </a:p>
          <a:p>
            <a:pPr lvl="0"/>
            <a:r>
              <a:rPr lang="en-US" sz="2800" b="0" i="0" dirty="0"/>
              <a:t>TitleAndContent - Standard slides</a:t>
            </a:r>
          </a:p>
          <a:p>
            <a:pPr lvl="0"/>
            <a:r>
              <a:rPr lang="en-US" sz="2800" b="0" i="0" dirty="0"/>
              <a:t>TitleAndBigContent - More content space</a:t>
            </a:r>
          </a:p>
          <a:p>
            <a:pPr lvl="0"/>
            <a:r>
              <a:rPr lang="en-US" sz="2800" b="0" i="0" dirty="0"/>
              <a:t>TwoColumn - Side-by-side comparison</a:t>
            </a:r>
          </a:p>
          <a:p>
            <a:pPr lvl="0"/>
            <a:r>
              <a:rPr lang="en-US" sz="2800" b="0" i="0" dirty="0"/>
              <a:t>Blank - Custom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Comparison View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Left: Feature A</a:t>
            </a:r>
          </a:p>
          <a:p>
            <a:pPr lvl="0"/>
            <a:r>
              <a:rPr lang="en-US" sz="2800" b="0" i="0" dirty="0"/>
              <a:t>Left: Feature B</a:t>
            </a:r>
          </a:p>
          <a:p>
            <a:pPr lvl="0"/>
            <a:r>
              <a:rPr lang="en-US" sz="2800" b="0" i="0" dirty="0"/>
              <a:t>Left: Feature C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Right: Benefit A</a:t>
            </a:r>
          </a:p>
          <a:p>
            <a:pPr lvl="0"/>
            <a:r>
              <a:rPr lang="en-US" sz="2800" b="0" i="0" dirty="0"/>
              <a:t>Right: Benefit B</a:t>
            </a:r>
          </a:p>
          <a:p>
            <a:pPr lvl="0"/>
            <a:r>
              <a:rPr lang="en-US" sz="2800" b="0" i="0" dirty="0"/>
              <a:t>Right: Benefit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F81BD"/>
                </a:solidFill>
              </a:rPr>
              <a:t>Text Formatting Demo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>
                <a:solidFill>
                  <a:srgbClr val="333333"/>
                </a:solidFill>
              </a:rPr>
              <a:t>Bold titles with custom colors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Italic content support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Underline emphasis</a:t>
            </a:r>
          </a:p>
          <a:p>
            <a:pPr lvl="0"/>
            <a:r>
              <a:rPr lang="en-US" sz="2400" b="0" i="0" dirty="0">
                <a:solidFill>
                  <a:srgbClr val="333333"/>
                </a:solidFill>
              </a:rPr>
              <a:t>Font sizes from 8pt to 96pt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BB59"/>
                </a:solidFill>
              </a:rPr>
              <a:t>Color Palette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Primary: #1F497D (Blue)</a:t>
            </a:r>
          </a:p>
          <a:p>
            <a:pPr lvl="0"/>
            <a:r>
              <a:rPr lang="en-US" sz="2800" b="0" i="0" dirty="0"/>
              <a:t>Accent 1: #4F81BD (Light Blue)</a:t>
            </a:r>
          </a:p>
          <a:p>
            <a:pPr lvl="0"/>
            <a:r>
              <a:rPr lang="en-US" sz="2800" b="0" i="0" dirty="0"/>
              <a:t>Accent 2: #C0504D (Red)</a:t>
            </a:r>
          </a:p>
          <a:p>
            <a:pPr lvl="0"/>
            <a:r>
              <a:rPr lang="en-US" sz="2800" b="0" i="0" dirty="0"/>
              <a:t>Accent 3: #9BBB59 (Green)</a:t>
            </a:r>
          </a:p>
          <a:p>
            <a:pPr lvl="0"/>
            <a:r>
              <a:rPr lang="en-US" sz="2800" b="0" i="0" dirty="0"/>
              <a:t>Accent 4: #8064A2 (Purple)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Quarterly Revenue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+20%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+22%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Product Inventory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Widget A: 1,500 units @ $29.99</a:t>
            </a:r>
          </a:p>
          <a:p>
            <a:pPr lvl="0"/>
            <a:r>
              <a:rPr lang="en-US" sz="2800" b="0" i="0" dirty="0"/>
              <a:t>Widget B: 2,300 units @ $19.99</a:t>
            </a:r>
          </a:p>
          <a:p>
            <a:pPr lvl="0"/>
            <a:r>
              <a:rPr lang="en-US" sz="2800" b="0" i="0" dirty="0"/>
              <a:t>Widget C: 890 units @ $49.99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Chart: Regional Sales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North: Strong Q2 growth (+15%)</a:t>
            </a:r>
          </a:p>
          <a:p>
            <a:pPr lvl="0"/>
            <a:r>
              <a:rPr lang="en-US" sz="2800" b="0" i="0" dirty="0"/>
              <a:t>East: Highest performer</a:t>
            </a:r>
          </a:p>
          <a:p>
            <a:pPr lvl="0"/>
            <a:r>
              <a:rPr lang="en-US" sz="2800" b="0" i="0" dirty="0"/>
              <a:t>South: Steady improvement</a:t>
            </a:r>
          </a:p>
          <a:p>
            <a:pPr lvl="0"/>
            <a:r>
              <a:rPr lang="en-US" sz="2800" b="0" i="0" dirty="0"/>
              <a:t>West: Consistent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Chart: Revenue Trend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6-month upward trend</a:t>
            </a:r>
          </a:p>
          <a:p>
            <a:pPr lvl="0"/>
            <a:r>
              <a:rPr lang="en-US" sz="2800" b="0" i="0" dirty="0"/>
              <a:t>Exceeded targets in May-Jun</a:t>
            </a:r>
          </a:p>
          <a:p>
            <a:pPr lvl="0"/>
            <a:r>
              <a:rPr lang="en-US" sz="2800" b="0" i="0" dirty="0"/>
              <a:t>40% growth Jan to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Pie Chart: Market Share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Product A leads with 35%</a:t>
            </a:r>
          </a:p>
          <a:p>
            <a:pPr lvl="0"/>
            <a:r>
              <a:rPr lang="en-US" sz="2800" b="0" i="0" dirty="0"/>
              <a:t>Products B &amp; C tied at 25%</a:t>
            </a:r>
          </a:p>
          <a:p>
            <a:pPr lvl="0"/>
            <a:r>
              <a:rPr lang="en-US" sz="2800" b="0" i="0" dirty="0"/>
              <a:t>Product D: Growth opportunity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Image Support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PNG, JPG, GIF, BMP, TIFF formats</a:t>
            </a:r>
          </a:p>
          <a:p>
            <a:pPr lvl="0"/>
            <a:r>
              <a:rPr lang="en-US" sz="2800" b="0" i="0" dirty="0"/>
              <a:t>Custom positioning and sizing</a:t>
            </a:r>
          </a:p>
          <a:p>
            <a:pPr lvl="0"/>
            <a:r>
              <a:rPr lang="en-US" sz="2800" b="0" i="0" dirty="0"/>
              <a:t>Aspect ratio preservation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00000" y="200000"/>
            <a:ext cx="4000000" cy="30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Shape Support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Rectangle, Circle, Triangle, and more</a:t>
            </a:r>
          </a:p>
          <a:p>
            <a:pPr lvl="0"/>
            <a:r>
              <a:rPr lang="en-US" sz="2800" b="0" i="0" dirty="0"/>
              <a:t>Solid color fills with transparency</a:t>
            </a:r>
          </a:p>
          <a:p>
            <a:pPr lvl="0"/>
            <a:r>
              <a:rPr lang="en-US" sz="2800" b="0" i="0" dirty="0"/>
              <a:t>Border/line styling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00000"/>
            <a:ext cx="1500000" cy="1500000"/>
          </a:xfrm>
          <a:prstGeom prst="ellipse">
            <a:avLst/>
          </a:prstGeom>
          <a:solidFill>
            <a:srgbClr val="C0504D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✓ 6 Slide Layouts</a:t>
            </a:r>
          </a:p>
          <a:p>
            <a:pPr lvl="0"/>
            <a:r>
              <a:rPr lang="en-US" sz="2800" b="1" i="0" dirty="0"/>
              <a:t>✓ Rich Text Formatting</a:t>
            </a:r>
          </a:p>
          <a:p>
            <a:pPr lvl="0"/>
            <a:r>
              <a:rPr lang="en-US" sz="2800" b="1" i="0" dirty="0"/>
              <a:t>✓ Tables with Styling</a:t>
            </a:r>
          </a:p>
          <a:p>
            <a:pPr lvl="0"/>
            <a:r>
              <a:rPr lang="en-US" sz="2800" b="1" i="0" dirty="0"/>
              <a:t>✓ Charts (Bar, Line, Pie)</a:t>
            </a:r>
          </a:p>
          <a:p>
            <a:pPr lvl="0"/>
            <a:r>
              <a:rPr lang="en-US" sz="2800" b="1" i="0" dirty="0"/>
              <a:t>✓ Image Embedding</a:t>
            </a:r>
          </a:p>
          <a:p>
            <a:pPr lvl="0"/>
            <a:r>
              <a:rPr lang="en-US" sz="2800" b="1" i="0" dirty="0"/>
              <a:t>✓ Shape Drawing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2025-11-27T09:01:14Z</dcterms:created>
  <dcterms:modified xsi:type="dcterms:W3CDTF">2025-11-27T09:01:14Z</dcterms:modified>
</cp:coreProperties>
</file>