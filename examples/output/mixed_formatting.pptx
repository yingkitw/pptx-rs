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/>
              <a:t>Title Slide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400" b="0"/>
              <a:t>Large content text</a:t>
            </a:r>
          </a:p>
          <a:p>
            <a:pPr lvl="0"/>
            <a:r>
              <a:rPr lang="en-US" sz="2400" b="0"/>
              <a:t>Still readable</a:t>
            </a:r>
          </a:p>
          <a:p>
            <a:pPr lvl="0"/>
            <a:r>
              <a:rPr lang="en-US" sz="2400" b="0"/>
              <a:t>Professional look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0"/>
              <a:t>Compact Slide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1800" b="1"/>
              <a:t>Smaller title</a:t>
            </a:r>
          </a:p>
          <a:p>
            <a:pPr lvl="0"/>
            <a:r>
              <a:rPr lang="en-US" sz="1800" b="1"/>
              <a:t>Bold content</a:t>
            </a:r>
          </a:p>
          <a:p>
            <a:pPr lvl="0"/>
            <a:r>
              <a:rPr lang="en-US" sz="1800" b="1"/>
              <a:t>Tight spacing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/>
              <a:t>Summary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3200" b="1"/>
              <a:t>Large bold text</a:t>
            </a:r>
          </a:p>
          <a:p>
            <a:pPr lvl="0"/>
            <a:r>
              <a:rPr lang="en-US" sz="3200" b="1"/>
              <a:t>High impact</a:t>
            </a:r>
          </a:p>
          <a:p>
            <a:pPr lvl="0"/>
            <a:r>
              <a:rPr lang="en-US" sz="3200" b="1"/>
              <a:t>Great for emphasis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Formatting Example</dc:title>
  <dc:creator>PPTX Generator</dc:creator>
  <cp:lastModifiedBy>PPTX Generator</cp:lastModifiedBy>
  <cp:revision>1</cp:revision>
</cp:coreProperties>
</file>