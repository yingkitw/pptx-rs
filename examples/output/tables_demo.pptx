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Table Basics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Tables organize data in rows and columns</a:t>
            </a:r>
          </a:p>
          <a:p>
            <a:pPr lvl="0"/>
            <a:r>
              <a:rPr lang="en-US" sz="2800"/>
              <a:t>Headers can be formatted differently</a:t>
            </a:r>
          </a:p>
          <a:p>
            <a:pPr lvl="0"/>
            <a:r>
              <a:rPr lang="en-US" sz="2800"/>
              <a:t>Cells can have background colors</a:t>
            </a:r>
          </a:p>
          <a:p>
            <a:pPr lvl="0"/>
            <a:r>
              <a:rPr lang="en-US" sz="2800"/>
              <a:t>Text can be bold or styled</a:t>
            </a:r>
          </a:p>
          <a:p>
            <a:pPr lvl="0"/>
            <a:r>
              <a:rPr lang="en-US" sz="2800"/>
              <a:t>Column widths are customizable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Sales Data Example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Q1 2025: $2.5M revenue</a:t>
            </a:r>
          </a:p>
          <a:p>
            <a:pPr lvl="0"/>
            <a:r>
              <a:rPr lang="en-US" sz="2800"/>
              <a:t>Q2 2025: $3.1M revenue</a:t>
            </a:r>
          </a:p>
          <a:p>
            <a:pPr lvl="0"/>
            <a:r>
              <a:rPr lang="en-US" sz="2800"/>
              <a:t>Q3 2025: $3.8M revenue</a:t>
            </a:r>
          </a:p>
          <a:p>
            <a:pPr lvl="0"/>
            <a:r>
              <a:rPr lang="en-US" sz="2800"/>
              <a:t>Q4 2025: $4.2M revenue (projected)</a:t>
            </a:r>
          </a:p>
          <a:p>
            <a:pPr lvl="0"/>
            <a:r>
              <a:rPr lang="en-US" sz="2800"/>
              <a:t>Total: $13.6M annual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Team Members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Alice Johnson - Engineering Lead</a:t>
            </a:r>
          </a:p>
          <a:p>
            <a:pPr lvl="0"/>
            <a:r>
              <a:rPr lang="en-US" sz="2800"/>
              <a:t>Bob Smith - Product Manager</a:t>
            </a:r>
          </a:p>
          <a:p>
            <a:pPr lvl="0"/>
            <a:r>
              <a:rPr lang="en-US" sz="2800"/>
              <a:t>Carol Davis - Design Lead</a:t>
            </a:r>
          </a:p>
          <a:p>
            <a:pPr lvl="0"/>
            <a:r>
              <a:rPr lang="en-US" sz="2800"/>
              <a:t>David Wilson - Marketing Manager</a:t>
            </a:r>
          </a:p>
          <a:p>
            <a:pPr lvl="0"/>
            <a:r>
              <a:rPr lang="en-US" sz="2800"/>
              <a:t>Eve Martinez -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Examples</dc:title>
  <dc:creator>PPTX Generator</dc:creator>
  <cp:lastModifiedBy>PPTX Generator</cp:lastModifiedBy>
  <cp:revision>1</cp:revision>
</cp:coreProperties>
</file>