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 i="0">
                <a:solidFill>
                  <a:srgbClr val="003366"/>
                </a:solidFill>
              </a:rPr>
              <a:t>Company Presentation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3200" b="0" i="0"/>
              <a:t>2025 Annual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>
                <a:solidFill>
                  <a:srgbClr val="003366"/>
                </a:solidFill>
              </a:rPr>
              <a:t>Key Highlights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1" i="0">
                <a:solidFill>
                  <a:srgbClr val="0066CC"/>
                </a:solidFill>
              </a:rPr>
              <a:t>Revenue growth: +25%</a:t>
            </a:r>
          </a:p>
          <a:p>
            <a:pPr lvl="0"/>
            <a:r>
              <a:rPr lang="en-US" sz="2800" b="1" i="0">
                <a:solidFill>
                  <a:srgbClr val="0066CC"/>
                </a:solidFill>
              </a:rPr>
              <a:t>Market expansion: 3 new regions</a:t>
            </a:r>
          </a:p>
          <a:p>
            <a:pPr lvl="0"/>
            <a:r>
              <a:rPr lang="en-US" sz="2800" b="1" i="0">
                <a:solidFill>
                  <a:srgbClr val="0066CC"/>
                </a:solidFill>
              </a:rPr>
              <a:t>Team growth: +50 employees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1">
                <a:solidFill>
                  <a:srgbClr val="FF6600"/>
                </a:solidFill>
              </a:rPr>
              <a:t>Strategic Initiatives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 u="sng"/>
              <a:t>Digital transformation</a:t>
            </a:r>
          </a:p>
          <a:p>
            <a:pPr lvl="0"/>
            <a:r>
              <a:rPr lang="en-US" sz="2800" b="0" i="0" u="sng"/>
              <a:t>Customer experience improvement</a:t>
            </a:r>
          </a:p>
          <a:p>
            <a:pPr lvl="0"/>
            <a:r>
              <a:rPr lang="en-US" sz="2800" b="0" i="0" u="sng"/>
              <a:t>Sustainability focus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 u="sng">
                <a:solidFill>
                  <a:srgbClr val="003366"/>
                </a:solidFill>
              </a:rPr>
              <a:t>Q1 2025 Goals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1" i="0"/>
              <a:t>Launch new product line</a:t>
            </a:r>
          </a:p>
          <a:p>
            <a:pPr lvl="0"/>
            <a:r>
              <a:rPr lang="en-US" sz="2800" b="1" i="0"/>
              <a:t>Expand to 5 new markets</a:t>
            </a:r>
          </a:p>
          <a:p>
            <a:pPr lvl="0"/>
            <a:r>
              <a:rPr lang="en-US" sz="2800" b="1" i="0"/>
              <a:t>Achieve 30% revenue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000" b="1" i="0">
                <a:solidFill>
                  <a:srgbClr val="003366"/>
                </a:solidFill>
              </a:rPr>
              <a:t>Thank You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1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Presentation</dc:title>
  <dc:creator>PPTX Generator</dc:creator>
  <cp:lastModifiedBy>PPTX Generator</cp:lastModifiedBy>
  <cp:revision>1</cp:revision>
</cp:coreProperties>
</file>