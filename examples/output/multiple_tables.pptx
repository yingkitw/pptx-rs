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Multiple Tables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Slide with multiple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Table 1: Employees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ID | Name | Department</a:t>
            </a:r>
          </a:p>
          <a:p>
            <a:pPr lvl="0"/>
            <a:r>
              <a:rPr lang="en-US" sz="2800" b="0" i="0"/>
              <a:t>001 | Alice | Engineering</a:t>
            </a:r>
          </a:p>
          <a:p>
            <a:pPr lvl="0"/>
            <a:r>
              <a:rPr lang="en-US" sz="2800" b="0" i="0"/>
              <a:t>002 | Bob | Sales</a:t>
            </a:r>
          </a:p>
          <a:p>
            <a:pPr lvl="0"/>
            <a:r>
              <a:rPr lang="en-US" sz="2800" b="0" i="0"/>
              <a:t>003 | Carol | Marketing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Table 2: Projects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Project | Status | Owner</a:t>
            </a:r>
          </a:p>
          <a:p>
            <a:pPr lvl="0"/>
            <a:r>
              <a:rPr lang="en-US" sz="2800" b="0" i="0"/>
              <a:t>Project A | In Progress | Alice</a:t>
            </a:r>
          </a:p>
          <a:p>
            <a:pPr lvl="0"/>
            <a:r>
              <a:rPr lang="en-US" sz="2800" b="0" i="0"/>
              <a:t>Project B | Completed | Bob</a:t>
            </a:r>
          </a:p>
          <a:p>
            <a:pPr lvl="0"/>
            <a:r>
              <a:rPr lang="en-US" sz="2800" b="0" i="0"/>
              <a:t>Project C | Planning | Carol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Summary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Total Employees: 3</a:t>
            </a:r>
          </a:p>
          <a:p>
            <a:pPr lvl="0"/>
            <a:r>
              <a:rPr lang="en-US" sz="2800" b="0" i="0"/>
              <a:t>Active Projects: 3</a:t>
            </a:r>
          </a:p>
          <a:p>
            <a:pPr lvl="0"/>
            <a:r>
              <a:rPr lang="en-US" sz="2800" b="0" i="0"/>
              <a:t>Completion Rate: 33%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Tables</dc:title>
  <dc:creator>PPTX Generator</dc:creator>
  <cp:lastModifiedBy>PPTX Generator</cp:lastModifiedBy>
  <cp:revision>1</cp:revision>
</cp:coreProperties>
</file>