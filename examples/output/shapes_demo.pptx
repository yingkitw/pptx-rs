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Shape Types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Rectangle - basic rectangular shape</a:t>
            </a:r>
          </a:p>
          <a:p>
            <a:pPr lvl="0"/>
            <a:r>
              <a:rPr lang="en-US" sz="2800"/>
              <a:t>Circle - round elliptical shape</a:t>
            </a:r>
          </a:p>
          <a:p>
            <a:pPr lvl="0"/>
            <a:r>
              <a:rPr lang="en-US" sz="2800"/>
              <a:t>Triangle - three-sided polygon</a:t>
            </a:r>
          </a:p>
          <a:p>
            <a:pPr lvl="0"/>
            <a:r>
              <a:rPr lang="en-US" sz="2800"/>
              <a:t>Diamond - rotated square</a:t>
            </a:r>
          </a:p>
          <a:p>
            <a:pPr lvl="0"/>
            <a:r>
              <a:rPr lang="en-US" sz="2800"/>
              <a:t>Arrow - directional indicator</a:t>
            </a:r>
          </a:p>
          <a:p>
            <a:pPr lvl="0"/>
            <a:r>
              <a:rPr lang="en-US" sz="2800"/>
              <a:t>Star - five-pointed star</a:t>
            </a:r>
          </a:p>
          <a:p>
            <a:pPr lvl="0"/>
            <a:r>
              <a:rPr lang="en-US" sz="2800"/>
              <a:t>Hexagon - six-sided polygon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Shape Properties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Fill colors - solid color fills</a:t>
            </a:r>
          </a:p>
          <a:p>
            <a:pPr lvl="0"/>
            <a:r>
              <a:rPr lang="en-US" sz="2800"/>
              <a:t>Transparency - adjustable opacity</a:t>
            </a:r>
          </a:p>
          <a:p>
            <a:pPr lvl="0"/>
            <a:r>
              <a:rPr lang="en-US" sz="2800"/>
              <a:t>Borders - customizable lines</a:t>
            </a:r>
          </a:p>
          <a:p>
            <a:pPr lvl="0"/>
            <a:r>
              <a:rPr lang="en-US" sz="2800"/>
              <a:t>Text - add text inside shapes</a:t>
            </a:r>
          </a:p>
          <a:p>
            <a:pPr lvl="0"/>
            <a:r>
              <a:rPr lang="en-US" sz="2800"/>
              <a:t>Positioning - precise placement</a:t>
            </a:r>
          </a:p>
          <a:p>
            <a:pPr lvl="0"/>
            <a:r>
              <a:rPr lang="en-US" sz="2800"/>
              <a:t>Sizing - flexible dimensions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Shape Examples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Rectangle: 2x1 inch blue box</a:t>
            </a:r>
          </a:p>
          <a:p>
            <a:pPr lvl="0"/>
            <a:r>
              <a:rPr lang="en-US" sz="2800"/>
              <a:t>Circle: 1 inch red circle</a:t>
            </a:r>
          </a:p>
          <a:p>
            <a:pPr lvl="0"/>
            <a:r>
              <a:rPr lang="en-US" sz="2800"/>
              <a:t>Triangle: green triangle with border</a:t>
            </a:r>
          </a:p>
          <a:p>
            <a:pPr lvl="0"/>
            <a:r>
              <a:rPr lang="en-US" sz="2800"/>
              <a:t>Diamond: yellow diamond with text</a:t>
            </a:r>
          </a:p>
          <a:p>
            <a:pPr lvl="0"/>
            <a:r>
              <a:rPr lang="en-US" sz="2800"/>
              <a:t>Arrow: orange arrow pointing 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 Demonstrations</dc:title>
  <dc:creator>PPTX Generator</dc:creator>
  <cp:lastModifiedBy>PPTX Generator</cp:lastModifiedBy>
  <cp:revision>1</cp:revision>
</cp:coreProperties>
</file>