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Text Formatting Examples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Bold text demonstration</a:t>
            </a:r>
          </a:p>
          <a:p>
            <a:pPr lvl="0"/>
            <a:r>
              <a:rPr lang="en-US" sz="2800"/>
              <a:t>Italic text demonstration</a:t>
            </a:r>
          </a:p>
          <a:p>
            <a:pPr lvl="0"/>
            <a:r>
              <a:rPr lang="en-US" sz="2800"/>
              <a:t>Underlined text demonstration</a:t>
            </a:r>
          </a:p>
          <a:p>
            <a:pPr lvl="0"/>
            <a:r>
              <a:rPr lang="en-US" sz="2800"/>
              <a:t>Colored text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Font Sizes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Small text (12pt)</a:t>
            </a:r>
          </a:p>
          <a:p>
            <a:pPr lvl="0"/>
            <a:r>
              <a:rPr lang="en-US" sz="2800"/>
              <a:t>Normal text (18pt)</a:t>
            </a:r>
          </a:p>
          <a:p>
            <a:pPr lvl="0"/>
            <a:r>
              <a:rPr lang="en-US" sz="2800"/>
              <a:t>Large text (24pt)</a:t>
            </a:r>
          </a:p>
          <a:p>
            <a:pPr lvl="0"/>
            <a:r>
              <a:rPr lang="en-US" sz="2800"/>
              <a:t>Extra large text (32pt)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Combined Formatting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Bold and italic together</a:t>
            </a:r>
          </a:p>
          <a:p>
            <a:pPr lvl="0"/>
            <a:r>
              <a:rPr lang="en-US" sz="2800"/>
              <a:t>Colored and underlined text</a:t>
            </a:r>
          </a:p>
          <a:p>
            <a:pPr lvl="0"/>
            <a:r>
              <a:rPr lang="en-US" sz="2800"/>
              <a:t>Large bold red text</a:t>
            </a:r>
          </a:p>
          <a:p>
            <a:pPr lvl="0"/>
            <a:r>
              <a:rPr lang="en-US" sz="2800"/>
              <a:t>Small italic blue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Formatting</dc:title>
  <dc:creator>PPTX Generator</dc:creator>
  <cp:lastModifiedBy>PPTX Generator</cp:lastModifiedBy>
  <cp:revision>1</cp:revision>
</cp:coreProperties>
</file>