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Rust Programming Basics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Introduction to Rust</a:t>
            </a:r>
          </a:p>
          <a:p>
            <a:pPr lvl="0"/>
            <a:r>
              <a:rPr lang="en-US" sz="2800" b="0" i="0"/>
              <a:t>Why Rust matters</a:t>
            </a:r>
          </a:p>
          <a:p>
            <a:pPr lvl="0"/>
            <a:r>
              <a:rPr lang="en-US" sz="2800" b="0" i="0"/>
              <a:t>Course objectives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Ownership &amp; Borrowing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Understanding ownership</a:t>
            </a:r>
          </a:p>
          <a:p>
            <a:pPr lvl="0"/>
            <a:r>
              <a:rPr lang="en-US" sz="2800" b="0" i="0"/>
              <a:t>Borrowing and references</a:t>
            </a:r>
          </a:p>
          <a:p>
            <a:pPr lvl="0"/>
            <a:r>
              <a:rPr lang="en-US" sz="2800" b="0" i="0"/>
              <a:t>Lifetimes explained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Error Handling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Result and Option types</a:t>
            </a:r>
          </a:p>
          <a:p>
            <a:pPr lvl="0"/>
            <a:r>
              <a:rPr lang="en-US" sz="2800" b="0" i="0"/>
              <a:t>Error propagation</a:t>
            </a:r>
          </a:p>
          <a:p>
            <a:pPr lvl="0"/>
            <a:r>
              <a:rPr lang="en-US" sz="2800" b="0" i="0"/>
              <a:t>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Concurrency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Threads and channels</a:t>
            </a:r>
          </a:p>
          <a:p>
            <a:pPr lvl="0"/>
            <a:r>
              <a:rPr lang="en-US" sz="2800" b="0" i="0"/>
              <a:t>Async/await patterns</a:t>
            </a:r>
          </a:p>
          <a:p>
            <a:pPr lvl="0"/>
            <a:r>
              <a:rPr lang="en-US" sz="2800" b="0" i="0"/>
              <a:t>Practical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Conclusion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Key takeaways</a:t>
            </a:r>
          </a:p>
          <a:p>
            <a:pPr lvl="0"/>
            <a:r>
              <a:rPr lang="en-US" sz="2800" b="0" i="0"/>
              <a:t>Resources for learning</a:t>
            </a:r>
          </a:p>
          <a:p>
            <a:pPr lvl="0"/>
            <a:r>
              <a:rPr lang="en-US" sz="2800" b="0" i="0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Programming Course</dc:title>
  <dc:creator>PPTX Generator</dc:creator>
  <cp:lastModifiedBy>PPTX Generator</cp:lastModifiedBy>
  <cp:revision>1</cp:revision>
</cp:coreProperties>
</file>