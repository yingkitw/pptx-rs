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Simple 2x2 Table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Table with basic structure</a:t>
            </a:r>
          </a:p>
          <a:p>
            <a:pPr lvl="0"/>
            <a:r>
              <a:rPr lang="en-US" sz="2800" b="0" i="0"/>
              <a:t>Headers and data rows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/>
              <a:t>Table Data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Name | Age</a:t>
            </a:r>
          </a:p>
          <a:p>
            <a:pPr lvl="0"/>
            <a:r>
              <a:rPr lang="en-US" sz="2800" b="0" i="0"/>
              <a:t>Alice | 30</a:t>
            </a:r>
          </a:p>
          <a:p>
            <a:pPr lvl="0"/>
            <a:r>
              <a:rPr lang="en-US" sz="2800" b="0" i="0"/>
              <a:t>Bob | 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2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Table</dc:title>
  <dc:creator>PPTX Generator</dc:creator>
  <cp:lastModifiedBy>PPTX Generator</cp:lastModifiedBy>
  <cp:revision>1</cp:revision>
</cp:coreProperties>
</file>