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    <Relationship Id="rId4" Type="http://schemas.openxmlformats.org/officeDocument/2006/relationships/slide" Target="slides/slide2.xml"/>
    <Relationship Id="rId5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>
                <a:solidFill>
                  <a:srgbClr val="003366"/>
                </a:solidFill>
              </a:rPr>
              <a:t>Styled Table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 i="0"/>
              <a:t>Table with formatting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/>
              <a:t>Header Row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 i="0"/>
              <a:t>Bold headers with background color</a:t>
            </a:r>
          </a:p>
          <a:p>
            <a:pPr lvl="0"/>
            <a:r>
              <a:rPr lang="en-US" sz="2800" b="0" i="0"/>
              <a:t>Regular data cells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/>
              <a:t>Formatting Options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 i="0"/>
              <a:t>Bold text in cells</a:t>
            </a:r>
          </a:p>
          <a:p>
            <a:pPr lvl="0"/>
            <a:r>
              <a:rPr lang="en-US" sz="2800" b="0" i="0"/>
              <a:t>Background colors</a:t>
            </a:r>
          </a:p>
          <a:p>
            <a:pPr lvl="0"/>
            <a:r>
              <a:rPr lang="en-US" sz="2800" b="0" i="0"/>
              <a:t>Custom cell heights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 Generator</Application>
  <PresentationFormat>On-screen Show (4:3)</PresentationFormat>
  <Paragraphs>0</Paragraphs>
  <Slides>3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Styled Table</dc:title>
  <dc:creator>PPTX Generator</dc:creator>
  <cp:lastModifiedBy>PPTX Generator</cp:lastModifiedBy>
  <cp:revision>1</cp:revision>
</cp:coreProperties>
</file>