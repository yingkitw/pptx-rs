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 i="1">
                <a:solidFill>
                  <a:srgbClr val="FF0000"/>
                </a:solidFill>
              </a:rPr>
              <a:t>Bold &amp; Italic &amp; Red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Regular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Underlined Blue Content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 i="0" u="sng">
                <a:solidFill>
                  <a:srgbClr val="0000FF"/>
                </a:solidFill>
              </a:rPr>
              <a:t>Bold, underlined, blue bullet</a:t>
            </a:r>
          </a:p>
          <a:p>
            <a:pPr lvl="0"/>
            <a:r>
              <a:rPr lang="en-US" sz="2800" b="1" i="0" u="sng">
                <a:solidFill>
                  <a:srgbClr val="0000FF"/>
                </a:solidFill>
              </a:rPr>
              <a:t>Multiple effects applied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1">
                <a:solidFill>
                  <a:srgbClr val="FF6600"/>
                </a:solidFill>
              </a:rPr>
              <a:t>Mixed Effects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 i="0" u="sng">
                <a:solidFill>
                  <a:srgbClr val="0066FF"/>
                </a:solidFill>
              </a:rPr>
              <a:t>Title: italic, orange</a:t>
            </a:r>
          </a:p>
          <a:p>
            <a:pPr lvl="0"/>
            <a:r>
              <a:rPr lang="en-US" sz="2800" b="1" i="0" u="sng">
                <a:solidFill>
                  <a:srgbClr val="0066FF"/>
                </a:solidFill>
              </a:rPr>
              <a:t>Content: bold, underlined, blue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 i="0">
                <a:solidFill>
                  <a:srgbClr val="003366"/>
                </a:solidFill>
              </a:rPr>
              <a:t>Professional Look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400" b="0" i="0"/>
              <a:t>Clean, professional styling</a:t>
            </a:r>
          </a:p>
          <a:p>
            <a:pPr lvl="0"/>
            <a:r>
              <a:rPr lang="en-US" sz="2400" b="0" i="0"/>
              <a:t>Dark blue title with bold</a:t>
            </a:r>
          </a:p>
          <a:p>
            <a:pPr lvl="0"/>
            <a:r>
              <a:rPr lang="en-US" sz="2400" b="0" i="0"/>
              <a:t>Larger content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Combined Styling</dc:title>
  <dc:creator>PPTX Generator</dc:creator>
  <cp:lastModifiedBy>PPTX Generator</cp:lastModifiedBy>
  <cp:revision>1</cp:revision>
</cp:coreProperties>
</file>