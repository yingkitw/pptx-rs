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Bold Content Slide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/>
              <a:t>Bold bullet point 1</a:t>
            </a:r>
          </a:p>
          <a:p>
            <a:pPr lvl="0"/>
            <a:r>
              <a:rPr lang="en-US" sz="2800" b="1"/>
              <a:t>Bold bullet point 2</a:t>
            </a:r>
          </a:p>
          <a:p>
            <a:pPr lvl="0"/>
            <a:r>
              <a:rPr lang="en-US" sz="2800" b="1"/>
              <a:t>Bold bullet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Regular Content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/>
              <a:t>Regular bullet point 1</a:t>
            </a:r>
          </a:p>
          <a:p>
            <a:pPr lvl="0"/>
            <a:r>
              <a:rPr lang="en-US" sz="2800" b="0"/>
              <a:t>Regular bullet 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Bold Content Example</dc:title>
  <dc:creator>PPTX Generator</dc:creator>
  <cp:lastModifiedBy>PPTX Generator</cp:lastModifiedBy>
  <cp:revision>1</cp:revision>
</cp:coreProperties>
</file>