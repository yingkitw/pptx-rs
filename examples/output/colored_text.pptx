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>
                <a:solidFill>
                  <a:srgbClr val="FF0000"/>
                </a:solidFill>
              </a:rPr>
              <a:t>Red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Red title text</a:t>
            </a:r>
          </a:p>
          <a:p>
            <a:pPr lvl="0"/>
            <a:r>
              <a:rPr lang="en-US" sz="2800" b="0" i="0"/>
              <a:t>Regular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Blue Content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>
                <a:solidFill>
                  <a:srgbClr val="0000FF"/>
                </a:solidFill>
              </a:rPr>
              <a:t>Blue bullet point 1</a:t>
            </a:r>
          </a:p>
          <a:p>
            <a:pPr lvl="0"/>
            <a:r>
              <a:rPr lang="en-US" sz="2800" b="0" i="0">
                <a:solidFill>
                  <a:srgbClr val="0000FF"/>
                </a:solidFill>
              </a:rPr>
              <a:t>Blue bullet point 2</a:t>
            </a:r>
          </a:p>
          <a:p>
            <a:pPr lvl="0"/>
            <a:r>
              <a:rPr lang="en-US" sz="2800" b="0" i="0">
                <a:solidFill>
                  <a:srgbClr val="0000FF"/>
                </a:solidFill>
              </a:rPr>
              <a:t>Blue bullet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>
                <a:solidFill>
                  <a:srgbClr val="00AA00"/>
                </a:solidFill>
              </a:rPr>
              <a:t>Green Title &amp; Content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>
                <a:solidFill>
                  <a:srgbClr val="00AA00"/>
                </a:solidFill>
              </a:rPr>
              <a:t>Green title and content</a:t>
            </a:r>
          </a:p>
          <a:p>
            <a:pPr lvl="0"/>
            <a:r>
              <a:rPr lang="en-US" sz="2800" b="0" i="0">
                <a:solidFill>
                  <a:srgbClr val="00AA00"/>
                </a:solidFill>
              </a:rPr>
              <a:t>All text is green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>
                <a:solidFill>
                  <a:srgbClr val="9933FF"/>
                </a:solidFill>
              </a:rPr>
              <a:t>Purple Accent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Purple title</a:t>
            </a:r>
          </a:p>
          <a:p>
            <a:pPr lvl="0"/>
            <a:r>
              <a:rPr lang="en-US" sz="2800" b="0" i="0"/>
              <a:t>Regular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Colored Text</dc:title>
  <dc:creator>PPTX Generator</dc:creator>
  <cp:lastModifiedBy>PPTX Generator</cp:lastModifiedBy>
  <cp:revision>1</cp:revision>
</cp:coreProperties>
</file>